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7676"/>
    <a:srgbClr val="FE9898"/>
    <a:srgbClr val="FD4949"/>
    <a:srgbClr val="FC04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C5EF2-94C4-4428-2D0F-BB3EDE275F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1CCE57-4F8E-F452-BAB5-E1864ACF1C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095A3B-3522-245A-C1A4-F92D24BE4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DABC8-0C10-4868-B29C-1DE0B7B857F5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AC5765-44CF-C6B7-DEB3-3DF771FE8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DAFBF0-5E91-355A-D73E-37FF041C4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50995-00D3-4B2E-B6A6-4F3A4C13B6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0277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1A55C-EB90-9165-3798-64009745B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6AB33-6C80-61F4-2386-63A8A971E1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B62049-CEF1-2650-EF33-9F33CA708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DABC8-0C10-4868-B29C-1DE0B7B857F5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30397-A675-09E5-04B1-4FAF5D7A8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8EF1F-7D39-84C2-476D-7E6D46243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50995-00D3-4B2E-B6A6-4F3A4C13B6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1884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8CC70-8B60-0479-4018-3A3091AD2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F8D93F-98D5-0819-DF5A-09D9879D46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BCE3D-9F5E-87DD-D631-8B995DD5A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DABC8-0C10-4868-B29C-1DE0B7B857F5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C48FE-783F-F3C5-A895-80D8AA839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33A64-735C-F288-C49B-47C3C153B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50995-00D3-4B2E-B6A6-4F3A4C13B6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3306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8407-9DF2-8B82-F644-3DF93DE14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6CAD2-EF1B-04EC-0107-3B548790ED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D4AAD5-46F8-CBA9-C784-1F8FAB0C14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F9E559-481D-C2C2-4492-29060BA6E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DABC8-0C10-4868-B29C-1DE0B7B857F5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BE9455-BF02-4ED0-50F0-77A2B8E93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7DE0CC-D640-5476-1861-12652CB1D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50995-00D3-4B2E-B6A6-4F3A4C13B6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6511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26FCA-7E77-55C0-5E95-BA4467318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CD278C-0C5B-FAF4-3FFE-D03EE1E03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3E8988-334E-7637-8F8E-BE234EA19A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7432F7-1F3D-8A05-B8C8-8FA4645BE1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C1695B-9091-2D99-A029-9711E5FFF4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56311E-388B-C5FD-C63A-3A1380B9E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DABC8-0C10-4868-B29C-1DE0B7B857F5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8CF4F7-29B4-27ED-E427-0C4E30FDC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801B8C-B483-A75E-48B4-60EE97363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50995-00D3-4B2E-B6A6-4F3A4C13B6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056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15584-9CD6-9556-043C-F1677671A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052C7A-518E-4A0C-29AF-66F988449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DABC8-0C10-4868-B29C-1DE0B7B857F5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04188-2AE5-A24F-47A4-36B8D5B84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4BE8B8-5F55-2FA4-DB0D-C8CCA4955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50995-00D3-4B2E-B6A6-4F3A4C13B6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776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6B8489-58A0-9461-44E9-AA3219D8C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DABC8-0C10-4868-B29C-1DE0B7B857F5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D57E0A-8963-19FF-8EA4-3F6402D6D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DF4CF2-3EFC-34E5-2AC1-68CD4DC03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50995-00D3-4B2E-B6A6-4F3A4C13B6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8755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4647F-A020-AA47-7E61-5C7958A10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1F893-1466-2BED-3B33-C32A40DE88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786C57-8279-B956-FF3C-F1E4F36305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DA60A0-A3A6-BD2F-C6D9-98C1239E3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DABC8-0C10-4868-B29C-1DE0B7B857F5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291D28-A489-F99B-3313-1C80102E5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125A09-F47F-B34C-AD6F-ABAE8418A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50995-00D3-4B2E-B6A6-4F3A4C13B6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8759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3AB84-EC96-4F1C-C6D3-10FDE59D8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F389A2-03B1-8D21-7943-8FAA361666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836B90-93D9-88B6-B117-4E23C0F862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8B9CA8-46F6-8D30-F6CC-773D64E49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DABC8-0C10-4868-B29C-1DE0B7B857F5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7DCDA6-5221-636C-53F8-948716393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BDB72D-1832-2031-20BA-0C1B9A510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50995-00D3-4B2E-B6A6-4F3A4C13B6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6090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8ED7F-41A0-E58F-7B38-46DC154EF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E8A188-E10C-76F9-95E6-48B9E9E063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01E278-AE2A-82AC-C827-D12B95839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DABC8-0C10-4868-B29C-1DE0B7B857F5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B3C26-6613-FAB6-4794-5BEFF71B6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75208-FE05-FE8F-6374-7D2630607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50995-00D3-4B2E-B6A6-4F3A4C13B6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4281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842B2E-EA49-7EEB-B6D7-996D6C4360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F7CD2E-398C-2D2D-1ECC-B383121E14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CDCBA-4197-132F-CF28-7D4497737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DABC8-0C10-4868-B29C-1DE0B7B857F5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E4911-C940-A512-95F3-D8876CACF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B1AB73-E489-971B-1237-6B2EEFC7F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50995-00D3-4B2E-B6A6-4F3A4C13B6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574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20000"/>
                <a:lumOff val="80000"/>
              </a:schemeClr>
            </a:gs>
            <a:gs pos="100000">
              <a:schemeClr val="accent1">
                <a:lumMod val="20000"/>
                <a:lumOff val="8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D2F11A-48C8-42F7-FD8E-20083CAB2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80400D-EB98-88C5-0AB4-B1A9A32AE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EC1C1B-6506-D196-D9E1-8A6105DE09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EDABC8-0C10-4868-B29C-1DE0B7B857F5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8488C-5CC0-8BDF-88F8-41475B8FEE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D08CB-973B-4D7D-284F-958538A86D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50995-00D3-4B2E-B6A6-4F3A4C13B6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1655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29B1E26-C9A3-6ADE-E70A-424C8F2996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6640C133-3DDF-3309-2F94-60512CA0FA6F}"/>
              </a:ext>
            </a:extLst>
          </p:cNvPr>
          <p:cNvSpPr/>
          <p:nvPr/>
        </p:nvSpPr>
        <p:spPr>
          <a:xfrm>
            <a:off x="91129" y="115480"/>
            <a:ext cx="11975180" cy="6627042"/>
          </a:xfrm>
          <a:custGeom>
            <a:avLst/>
            <a:gdLst>
              <a:gd name="connsiteX0" fmla="*/ 9584321 w 11975180"/>
              <a:gd name="connsiteY0" fmla="*/ 4092574 h 6627042"/>
              <a:gd name="connsiteX1" fmla="*/ 11975180 w 11975180"/>
              <a:gd name="connsiteY1" fmla="*/ 4092574 h 6627042"/>
              <a:gd name="connsiteX2" fmla="*/ 11975180 w 11975180"/>
              <a:gd name="connsiteY2" fmla="*/ 6627042 h 6627042"/>
              <a:gd name="connsiteX3" fmla="*/ 9584321 w 11975180"/>
              <a:gd name="connsiteY3" fmla="*/ 6627042 h 6627042"/>
              <a:gd name="connsiteX4" fmla="*/ 3583571 w 11975180"/>
              <a:gd name="connsiteY4" fmla="*/ 4092574 h 6627042"/>
              <a:gd name="connsiteX5" fmla="*/ 9531069 w 11975180"/>
              <a:gd name="connsiteY5" fmla="*/ 4092574 h 6627042"/>
              <a:gd name="connsiteX6" fmla="*/ 9531069 w 11975180"/>
              <a:gd name="connsiteY6" fmla="*/ 6627042 h 6627042"/>
              <a:gd name="connsiteX7" fmla="*/ 3583571 w 11975180"/>
              <a:gd name="connsiteY7" fmla="*/ 6627042 h 6627042"/>
              <a:gd name="connsiteX8" fmla="*/ 0 w 11975180"/>
              <a:gd name="connsiteY8" fmla="*/ 4092574 h 6627042"/>
              <a:gd name="connsiteX9" fmla="*/ 3530319 w 11975180"/>
              <a:gd name="connsiteY9" fmla="*/ 4092574 h 6627042"/>
              <a:gd name="connsiteX10" fmla="*/ 3530319 w 11975180"/>
              <a:gd name="connsiteY10" fmla="*/ 6627042 h 6627042"/>
              <a:gd name="connsiteX11" fmla="*/ 0 w 11975180"/>
              <a:gd name="connsiteY11" fmla="*/ 6627042 h 6627042"/>
              <a:gd name="connsiteX12" fmla="*/ 7939672 w 11975180"/>
              <a:gd name="connsiteY12" fmla="*/ 1611360 h 6627042"/>
              <a:gd name="connsiteX13" fmla="*/ 11975180 w 11975180"/>
              <a:gd name="connsiteY13" fmla="*/ 1611360 h 6627042"/>
              <a:gd name="connsiteX14" fmla="*/ 11975180 w 11975180"/>
              <a:gd name="connsiteY14" fmla="*/ 4039322 h 6627042"/>
              <a:gd name="connsiteX15" fmla="*/ 7939672 w 11975180"/>
              <a:gd name="connsiteY15" fmla="*/ 4039322 h 6627042"/>
              <a:gd name="connsiteX16" fmla="*/ 3583573 w 11975180"/>
              <a:gd name="connsiteY16" fmla="*/ 1611360 h 6627042"/>
              <a:gd name="connsiteX17" fmla="*/ 7886420 w 11975180"/>
              <a:gd name="connsiteY17" fmla="*/ 1611360 h 6627042"/>
              <a:gd name="connsiteX18" fmla="*/ 7886420 w 11975180"/>
              <a:gd name="connsiteY18" fmla="*/ 4039322 h 6627042"/>
              <a:gd name="connsiteX19" fmla="*/ 3583573 w 11975180"/>
              <a:gd name="connsiteY19" fmla="*/ 4039322 h 6627042"/>
              <a:gd name="connsiteX20" fmla="*/ 0 w 11975180"/>
              <a:gd name="connsiteY20" fmla="*/ 1611360 h 6627042"/>
              <a:gd name="connsiteX21" fmla="*/ 3530321 w 11975180"/>
              <a:gd name="connsiteY21" fmla="*/ 1611360 h 6627042"/>
              <a:gd name="connsiteX22" fmla="*/ 3530321 w 11975180"/>
              <a:gd name="connsiteY22" fmla="*/ 4039322 h 6627042"/>
              <a:gd name="connsiteX23" fmla="*/ 0 w 11975180"/>
              <a:gd name="connsiteY23" fmla="*/ 4039322 h 6627042"/>
              <a:gd name="connsiteX24" fmla="*/ 9750730 w 11975180"/>
              <a:gd name="connsiteY24" fmla="*/ 597489 h 6627042"/>
              <a:gd name="connsiteX25" fmla="*/ 11975180 w 11975180"/>
              <a:gd name="connsiteY25" fmla="*/ 597489 h 6627042"/>
              <a:gd name="connsiteX26" fmla="*/ 11975180 w 11975180"/>
              <a:gd name="connsiteY26" fmla="*/ 1558108 h 6627042"/>
              <a:gd name="connsiteX27" fmla="*/ 9750730 w 11975180"/>
              <a:gd name="connsiteY27" fmla="*/ 1558108 h 6627042"/>
              <a:gd name="connsiteX28" fmla="*/ 7257044 w 11975180"/>
              <a:gd name="connsiteY28" fmla="*/ 597489 h 6627042"/>
              <a:gd name="connsiteX29" fmla="*/ 9697478 w 11975180"/>
              <a:gd name="connsiteY29" fmla="*/ 597489 h 6627042"/>
              <a:gd name="connsiteX30" fmla="*/ 9697478 w 11975180"/>
              <a:gd name="connsiteY30" fmla="*/ 1558108 h 6627042"/>
              <a:gd name="connsiteX31" fmla="*/ 7257044 w 11975180"/>
              <a:gd name="connsiteY31" fmla="*/ 1558108 h 6627042"/>
              <a:gd name="connsiteX32" fmla="*/ 5420309 w 11975180"/>
              <a:gd name="connsiteY32" fmla="*/ 597489 h 6627042"/>
              <a:gd name="connsiteX33" fmla="*/ 7203792 w 11975180"/>
              <a:gd name="connsiteY33" fmla="*/ 597489 h 6627042"/>
              <a:gd name="connsiteX34" fmla="*/ 7203792 w 11975180"/>
              <a:gd name="connsiteY34" fmla="*/ 1558108 h 6627042"/>
              <a:gd name="connsiteX35" fmla="*/ 5420309 w 11975180"/>
              <a:gd name="connsiteY35" fmla="*/ 1558108 h 6627042"/>
              <a:gd name="connsiteX36" fmla="*/ 1746837 w 11975180"/>
              <a:gd name="connsiteY36" fmla="*/ 597489 h 6627042"/>
              <a:gd name="connsiteX37" fmla="*/ 3530321 w 11975180"/>
              <a:gd name="connsiteY37" fmla="*/ 597489 h 6627042"/>
              <a:gd name="connsiteX38" fmla="*/ 3530321 w 11975180"/>
              <a:gd name="connsiteY38" fmla="*/ 1558107 h 6627042"/>
              <a:gd name="connsiteX39" fmla="*/ 3583573 w 11975180"/>
              <a:gd name="connsiteY39" fmla="*/ 1558107 h 6627042"/>
              <a:gd name="connsiteX40" fmla="*/ 3583573 w 11975180"/>
              <a:gd name="connsiteY40" fmla="*/ 597489 h 6627042"/>
              <a:gd name="connsiteX41" fmla="*/ 5367057 w 11975180"/>
              <a:gd name="connsiteY41" fmla="*/ 597489 h 6627042"/>
              <a:gd name="connsiteX42" fmla="*/ 5367057 w 11975180"/>
              <a:gd name="connsiteY42" fmla="*/ 1558108 h 6627042"/>
              <a:gd name="connsiteX43" fmla="*/ 1746837 w 11975180"/>
              <a:gd name="connsiteY43" fmla="*/ 1558108 h 6627042"/>
              <a:gd name="connsiteX44" fmla="*/ 0 w 11975180"/>
              <a:gd name="connsiteY44" fmla="*/ 597489 h 6627042"/>
              <a:gd name="connsiteX45" fmla="*/ 1693585 w 11975180"/>
              <a:gd name="connsiteY45" fmla="*/ 597489 h 6627042"/>
              <a:gd name="connsiteX46" fmla="*/ 1693585 w 11975180"/>
              <a:gd name="connsiteY46" fmla="*/ 1558108 h 6627042"/>
              <a:gd name="connsiteX47" fmla="*/ 0 w 11975180"/>
              <a:gd name="connsiteY47" fmla="*/ 1558108 h 6627042"/>
              <a:gd name="connsiteX48" fmla="*/ 3585523 w 11975180"/>
              <a:gd name="connsiteY48" fmla="*/ 0 h 6627042"/>
              <a:gd name="connsiteX49" fmla="*/ 11975180 w 11975180"/>
              <a:gd name="connsiteY49" fmla="*/ 0 h 6627042"/>
              <a:gd name="connsiteX50" fmla="*/ 11975180 w 11975180"/>
              <a:gd name="connsiteY50" fmla="*/ 544237 h 6627042"/>
              <a:gd name="connsiteX51" fmla="*/ 3585523 w 11975180"/>
              <a:gd name="connsiteY51" fmla="*/ 544237 h 6627042"/>
              <a:gd name="connsiteX52" fmla="*/ 0 w 11975180"/>
              <a:gd name="connsiteY52" fmla="*/ 0 h 6627042"/>
              <a:gd name="connsiteX53" fmla="*/ 1693586 w 11975180"/>
              <a:gd name="connsiteY53" fmla="*/ 0 h 6627042"/>
              <a:gd name="connsiteX54" fmla="*/ 1693586 w 11975180"/>
              <a:gd name="connsiteY54" fmla="*/ 539999 h 6627042"/>
              <a:gd name="connsiteX55" fmla="*/ 1746838 w 11975180"/>
              <a:gd name="connsiteY55" fmla="*/ 539999 h 6627042"/>
              <a:gd name="connsiteX56" fmla="*/ 1746838 w 11975180"/>
              <a:gd name="connsiteY56" fmla="*/ 0 h 6627042"/>
              <a:gd name="connsiteX57" fmla="*/ 3532271 w 11975180"/>
              <a:gd name="connsiteY57" fmla="*/ 0 h 6627042"/>
              <a:gd name="connsiteX58" fmla="*/ 3532271 w 11975180"/>
              <a:gd name="connsiteY58" fmla="*/ 544237 h 6627042"/>
              <a:gd name="connsiteX59" fmla="*/ 0 w 11975180"/>
              <a:gd name="connsiteY59" fmla="*/ 544237 h 6627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11975180" h="6627042">
                <a:moveTo>
                  <a:pt x="9584321" y="4092574"/>
                </a:moveTo>
                <a:lnTo>
                  <a:pt x="11975180" y="4092574"/>
                </a:lnTo>
                <a:lnTo>
                  <a:pt x="11975180" y="6627042"/>
                </a:lnTo>
                <a:lnTo>
                  <a:pt x="9584321" y="6627042"/>
                </a:lnTo>
                <a:close/>
                <a:moveTo>
                  <a:pt x="3583571" y="4092574"/>
                </a:moveTo>
                <a:lnTo>
                  <a:pt x="9531069" y="4092574"/>
                </a:lnTo>
                <a:lnTo>
                  <a:pt x="9531069" y="6627042"/>
                </a:lnTo>
                <a:lnTo>
                  <a:pt x="3583571" y="6627042"/>
                </a:lnTo>
                <a:close/>
                <a:moveTo>
                  <a:pt x="0" y="4092574"/>
                </a:moveTo>
                <a:lnTo>
                  <a:pt x="3530319" y="4092574"/>
                </a:lnTo>
                <a:lnTo>
                  <a:pt x="3530319" y="6627042"/>
                </a:lnTo>
                <a:lnTo>
                  <a:pt x="0" y="6627042"/>
                </a:lnTo>
                <a:close/>
                <a:moveTo>
                  <a:pt x="7939672" y="1611360"/>
                </a:moveTo>
                <a:lnTo>
                  <a:pt x="11975180" y="1611360"/>
                </a:lnTo>
                <a:lnTo>
                  <a:pt x="11975180" y="4039322"/>
                </a:lnTo>
                <a:lnTo>
                  <a:pt x="7939672" y="4039322"/>
                </a:lnTo>
                <a:close/>
                <a:moveTo>
                  <a:pt x="3583573" y="1611360"/>
                </a:moveTo>
                <a:lnTo>
                  <a:pt x="7886420" y="1611360"/>
                </a:lnTo>
                <a:lnTo>
                  <a:pt x="7886420" y="4039322"/>
                </a:lnTo>
                <a:lnTo>
                  <a:pt x="3583573" y="4039322"/>
                </a:lnTo>
                <a:close/>
                <a:moveTo>
                  <a:pt x="0" y="1611360"/>
                </a:moveTo>
                <a:lnTo>
                  <a:pt x="3530321" y="1611360"/>
                </a:lnTo>
                <a:lnTo>
                  <a:pt x="3530321" y="4039322"/>
                </a:lnTo>
                <a:lnTo>
                  <a:pt x="0" y="4039322"/>
                </a:lnTo>
                <a:close/>
                <a:moveTo>
                  <a:pt x="9750730" y="597489"/>
                </a:moveTo>
                <a:lnTo>
                  <a:pt x="11975180" y="597489"/>
                </a:lnTo>
                <a:lnTo>
                  <a:pt x="11975180" y="1558108"/>
                </a:lnTo>
                <a:lnTo>
                  <a:pt x="9750730" y="1558108"/>
                </a:lnTo>
                <a:close/>
                <a:moveTo>
                  <a:pt x="7257044" y="597489"/>
                </a:moveTo>
                <a:lnTo>
                  <a:pt x="9697478" y="597489"/>
                </a:lnTo>
                <a:lnTo>
                  <a:pt x="9697478" y="1558108"/>
                </a:lnTo>
                <a:lnTo>
                  <a:pt x="7257044" y="1558108"/>
                </a:lnTo>
                <a:close/>
                <a:moveTo>
                  <a:pt x="5420309" y="597489"/>
                </a:moveTo>
                <a:lnTo>
                  <a:pt x="7203792" y="597489"/>
                </a:lnTo>
                <a:lnTo>
                  <a:pt x="7203792" y="1558108"/>
                </a:lnTo>
                <a:lnTo>
                  <a:pt x="5420309" y="1558108"/>
                </a:lnTo>
                <a:close/>
                <a:moveTo>
                  <a:pt x="1746837" y="597489"/>
                </a:moveTo>
                <a:lnTo>
                  <a:pt x="3530321" y="597489"/>
                </a:lnTo>
                <a:lnTo>
                  <a:pt x="3530321" y="1558107"/>
                </a:lnTo>
                <a:lnTo>
                  <a:pt x="3583573" y="1558107"/>
                </a:lnTo>
                <a:lnTo>
                  <a:pt x="3583573" y="597489"/>
                </a:lnTo>
                <a:lnTo>
                  <a:pt x="5367057" y="597489"/>
                </a:lnTo>
                <a:lnTo>
                  <a:pt x="5367057" y="1558108"/>
                </a:lnTo>
                <a:lnTo>
                  <a:pt x="1746837" y="1558108"/>
                </a:lnTo>
                <a:close/>
                <a:moveTo>
                  <a:pt x="0" y="597489"/>
                </a:moveTo>
                <a:lnTo>
                  <a:pt x="1693585" y="597489"/>
                </a:lnTo>
                <a:lnTo>
                  <a:pt x="1693585" y="1558108"/>
                </a:lnTo>
                <a:lnTo>
                  <a:pt x="0" y="1558108"/>
                </a:lnTo>
                <a:close/>
                <a:moveTo>
                  <a:pt x="3585523" y="0"/>
                </a:moveTo>
                <a:lnTo>
                  <a:pt x="11975180" y="0"/>
                </a:lnTo>
                <a:lnTo>
                  <a:pt x="11975180" y="544237"/>
                </a:lnTo>
                <a:lnTo>
                  <a:pt x="3585523" y="544237"/>
                </a:lnTo>
                <a:close/>
                <a:moveTo>
                  <a:pt x="0" y="0"/>
                </a:moveTo>
                <a:lnTo>
                  <a:pt x="1693586" y="0"/>
                </a:lnTo>
                <a:lnTo>
                  <a:pt x="1693586" y="539999"/>
                </a:lnTo>
                <a:lnTo>
                  <a:pt x="1746838" y="539999"/>
                </a:lnTo>
                <a:lnTo>
                  <a:pt x="1746838" y="0"/>
                </a:lnTo>
                <a:lnTo>
                  <a:pt x="3532271" y="0"/>
                </a:lnTo>
                <a:lnTo>
                  <a:pt x="3532271" y="544237"/>
                </a:lnTo>
                <a:lnTo>
                  <a:pt x="0" y="544237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  <a:alpha val="90000"/>
                </a:schemeClr>
              </a:gs>
              <a:gs pos="100000">
                <a:srgbClr val="FE7676">
                  <a:alpha val="92549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6858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C6507-752E-0526-7125-EBFDDD68E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020DC24-90C9-FABA-832B-C56800B612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8747E9D9-0E17-2634-D5D9-B3D4523EEE5D}"/>
              </a:ext>
            </a:extLst>
          </p:cNvPr>
          <p:cNvSpPr/>
          <p:nvPr/>
        </p:nvSpPr>
        <p:spPr>
          <a:xfrm>
            <a:off x="91129" y="115480"/>
            <a:ext cx="11975180" cy="6627042"/>
          </a:xfrm>
          <a:custGeom>
            <a:avLst/>
            <a:gdLst>
              <a:gd name="connsiteX0" fmla="*/ 9584321 w 11975180"/>
              <a:gd name="connsiteY0" fmla="*/ 4092574 h 6627042"/>
              <a:gd name="connsiteX1" fmla="*/ 11975180 w 11975180"/>
              <a:gd name="connsiteY1" fmla="*/ 4092574 h 6627042"/>
              <a:gd name="connsiteX2" fmla="*/ 11975180 w 11975180"/>
              <a:gd name="connsiteY2" fmla="*/ 6627042 h 6627042"/>
              <a:gd name="connsiteX3" fmla="*/ 9584321 w 11975180"/>
              <a:gd name="connsiteY3" fmla="*/ 6627042 h 6627042"/>
              <a:gd name="connsiteX4" fmla="*/ 3583571 w 11975180"/>
              <a:gd name="connsiteY4" fmla="*/ 4092574 h 6627042"/>
              <a:gd name="connsiteX5" fmla="*/ 9531069 w 11975180"/>
              <a:gd name="connsiteY5" fmla="*/ 4092574 h 6627042"/>
              <a:gd name="connsiteX6" fmla="*/ 9531069 w 11975180"/>
              <a:gd name="connsiteY6" fmla="*/ 6627042 h 6627042"/>
              <a:gd name="connsiteX7" fmla="*/ 3583571 w 11975180"/>
              <a:gd name="connsiteY7" fmla="*/ 6627042 h 6627042"/>
              <a:gd name="connsiteX8" fmla="*/ 0 w 11975180"/>
              <a:gd name="connsiteY8" fmla="*/ 4092574 h 6627042"/>
              <a:gd name="connsiteX9" fmla="*/ 3530319 w 11975180"/>
              <a:gd name="connsiteY9" fmla="*/ 4092574 h 6627042"/>
              <a:gd name="connsiteX10" fmla="*/ 3530319 w 11975180"/>
              <a:gd name="connsiteY10" fmla="*/ 6627042 h 6627042"/>
              <a:gd name="connsiteX11" fmla="*/ 0 w 11975180"/>
              <a:gd name="connsiteY11" fmla="*/ 6627042 h 6627042"/>
              <a:gd name="connsiteX12" fmla="*/ 7939672 w 11975180"/>
              <a:gd name="connsiteY12" fmla="*/ 1611360 h 6627042"/>
              <a:gd name="connsiteX13" fmla="*/ 11975180 w 11975180"/>
              <a:gd name="connsiteY13" fmla="*/ 1611360 h 6627042"/>
              <a:gd name="connsiteX14" fmla="*/ 11975180 w 11975180"/>
              <a:gd name="connsiteY14" fmla="*/ 4039322 h 6627042"/>
              <a:gd name="connsiteX15" fmla="*/ 7939672 w 11975180"/>
              <a:gd name="connsiteY15" fmla="*/ 4039322 h 6627042"/>
              <a:gd name="connsiteX16" fmla="*/ 3583573 w 11975180"/>
              <a:gd name="connsiteY16" fmla="*/ 1611360 h 6627042"/>
              <a:gd name="connsiteX17" fmla="*/ 7886420 w 11975180"/>
              <a:gd name="connsiteY17" fmla="*/ 1611360 h 6627042"/>
              <a:gd name="connsiteX18" fmla="*/ 7886420 w 11975180"/>
              <a:gd name="connsiteY18" fmla="*/ 4039322 h 6627042"/>
              <a:gd name="connsiteX19" fmla="*/ 3583573 w 11975180"/>
              <a:gd name="connsiteY19" fmla="*/ 4039322 h 6627042"/>
              <a:gd name="connsiteX20" fmla="*/ 0 w 11975180"/>
              <a:gd name="connsiteY20" fmla="*/ 1611360 h 6627042"/>
              <a:gd name="connsiteX21" fmla="*/ 3530321 w 11975180"/>
              <a:gd name="connsiteY21" fmla="*/ 1611360 h 6627042"/>
              <a:gd name="connsiteX22" fmla="*/ 3530321 w 11975180"/>
              <a:gd name="connsiteY22" fmla="*/ 4039322 h 6627042"/>
              <a:gd name="connsiteX23" fmla="*/ 0 w 11975180"/>
              <a:gd name="connsiteY23" fmla="*/ 4039322 h 6627042"/>
              <a:gd name="connsiteX24" fmla="*/ 9750730 w 11975180"/>
              <a:gd name="connsiteY24" fmla="*/ 597489 h 6627042"/>
              <a:gd name="connsiteX25" fmla="*/ 11975180 w 11975180"/>
              <a:gd name="connsiteY25" fmla="*/ 597489 h 6627042"/>
              <a:gd name="connsiteX26" fmla="*/ 11975180 w 11975180"/>
              <a:gd name="connsiteY26" fmla="*/ 1558108 h 6627042"/>
              <a:gd name="connsiteX27" fmla="*/ 9750730 w 11975180"/>
              <a:gd name="connsiteY27" fmla="*/ 1558108 h 6627042"/>
              <a:gd name="connsiteX28" fmla="*/ 7257044 w 11975180"/>
              <a:gd name="connsiteY28" fmla="*/ 597489 h 6627042"/>
              <a:gd name="connsiteX29" fmla="*/ 9697478 w 11975180"/>
              <a:gd name="connsiteY29" fmla="*/ 597489 h 6627042"/>
              <a:gd name="connsiteX30" fmla="*/ 9697478 w 11975180"/>
              <a:gd name="connsiteY30" fmla="*/ 1558108 h 6627042"/>
              <a:gd name="connsiteX31" fmla="*/ 7257044 w 11975180"/>
              <a:gd name="connsiteY31" fmla="*/ 1558108 h 6627042"/>
              <a:gd name="connsiteX32" fmla="*/ 5420309 w 11975180"/>
              <a:gd name="connsiteY32" fmla="*/ 597489 h 6627042"/>
              <a:gd name="connsiteX33" fmla="*/ 7203792 w 11975180"/>
              <a:gd name="connsiteY33" fmla="*/ 597489 h 6627042"/>
              <a:gd name="connsiteX34" fmla="*/ 7203792 w 11975180"/>
              <a:gd name="connsiteY34" fmla="*/ 1558108 h 6627042"/>
              <a:gd name="connsiteX35" fmla="*/ 5420309 w 11975180"/>
              <a:gd name="connsiteY35" fmla="*/ 1558108 h 6627042"/>
              <a:gd name="connsiteX36" fmla="*/ 1746837 w 11975180"/>
              <a:gd name="connsiteY36" fmla="*/ 597489 h 6627042"/>
              <a:gd name="connsiteX37" fmla="*/ 3530321 w 11975180"/>
              <a:gd name="connsiteY37" fmla="*/ 597489 h 6627042"/>
              <a:gd name="connsiteX38" fmla="*/ 3530321 w 11975180"/>
              <a:gd name="connsiteY38" fmla="*/ 1558107 h 6627042"/>
              <a:gd name="connsiteX39" fmla="*/ 3583573 w 11975180"/>
              <a:gd name="connsiteY39" fmla="*/ 1558107 h 6627042"/>
              <a:gd name="connsiteX40" fmla="*/ 3583573 w 11975180"/>
              <a:gd name="connsiteY40" fmla="*/ 597489 h 6627042"/>
              <a:gd name="connsiteX41" fmla="*/ 5367057 w 11975180"/>
              <a:gd name="connsiteY41" fmla="*/ 597489 h 6627042"/>
              <a:gd name="connsiteX42" fmla="*/ 5367057 w 11975180"/>
              <a:gd name="connsiteY42" fmla="*/ 1558108 h 6627042"/>
              <a:gd name="connsiteX43" fmla="*/ 1746837 w 11975180"/>
              <a:gd name="connsiteY43" fmla="*/ 1558108 h 6627042"/>
              <a:gd name="connsiteX44" fmla="*/ 0 w 11975180"/>
              <a:gd name="connsiteY44" fmla="*/ 597489 h 6627042"/>
              <a:gd name="connsiteX45" fmla="*/ 1693585 w 11975180"/>
              <a:gd name="connsiteY45" fmla="*/ 597489 h 6627042"/>
              <a:gd name="connsiteX46" fmla="*/ 1693585 w 11975180"/>
              <a:gd name="connsiteY46" fmla="*/ 1558108 h 6627042"/>
              <a:gd name="connsiteX47" fmla="*/ 0 w 11975180"/>
              <a:gd name="connsiteY47" fmla="*/ 1558108 h 6627042"/>
              <a:gd name="connsiteX48" fmla="*/ 3585523 w 11975180"/>
              <a:gd name="connsiteY48" fmla="*/ 0 h 6627042"/>
              <a:gd name="connsiteX49" fmla="*/ 11975180 w 11975180"/>
              <a:gd name="connsiteY49" fmla="*/ 0 h 6627042"/>
              <a:gd name="connsiteX50" fmla="*/ 11975180 w 11975180"/>
              <a:gd name="connsiteY50" fmla="*/ 544237 h 6627042"/>
              <a:gd name="connsiteX51" fmla="*/ 3585523 w 11975180"/>
              <a:gd name="connsiteY51" fmla="*/ 544237 h 6627042"/>
              <a:gd name="connsiteX52" fmla="*/ 0 w 11975180"/>
              <a:gd name="connsiteY52" fmla="*/ 0 h 6627042"/>
              <a:gd name="connsiteX53" fmla="*/ 1693586 w 11975180"/>
              <a:gd name="connsiteY53" fmla="*/ 0 h 6627042"/>
              <a:gd name="connsiteX54" fmla="*/ 1693586 w 11975180"/>
              <a:gd name="connsiteY54" fmla="*/ 539999 h 6627042"/>
              <a:gd name="connsiteX55" fmla="*/ 1746838 w 11975180"/>
              <a:gd name="connsiteY55" fmla="*/ 539999 h 6627042"/>
              <a:gd name="connsiteX56" fmla="*/ 1746838 w 11975180"/>
              <a:gd name="connsiteY56" fmla="*/ 0 h 6627042"/>
              <a:gd name="connsiteX57" fmla="*/ 3532271 w 11975180"/>
              <a:gd name="connsiteY57" fmla="*/ 0 h 6627042"/>
              <a:gd name="connsiteX58" fmla="*/ 3532271 w 11975180"/>
              <a:gd name="connsiteY58" fmla="*/ 544237 h 6627042"/>
              <a:gd name="connsiteX59" fmla="*/ 0 w 11975180"/>
              <a:gd name="connsiteY59" fmla="*/ 544237 h 6627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11975180" h="6627042">
                <a:moveTo>
                  <a:pt x="9584321" y="4092574"/>
                </a:moveTo>
                <a:lnTo>
                  <a:pt x="11975180" y="4092574"/>
                </a:lnTo>
                <a:lnTo>
                  <a:pt x="11975180" y="6627042"/>
                </a:lnTo>
                <a:lnTo>
                  <a:pt x="9584321" y="6627042"/>
                </a:lnTo>
                <a:close/>
                <a:moveTo>
                  <a:pt x="3583571" y="4092574"/>
                </a:moveTo>
                <a:lnTo>
                  <a:pt x="9531069" y="4092574"/>
                </a:lnTo>
                <a:lnTo>
                  <a:pt x="9531069" y="6627042"/>
                </a:lnTo>
                <a:lnTo>
                  <a:pt x="3583571" y="6627042"/>
                </a:lnTo>
                <a:close/>
                <a:moveTo>
                  <a:pt x="0" y="4092574"/>
                </a:moveTo>
                <a:lnTo>
                  <a:pt x="3530319" y="4092574"/>
                </a:lnTo>
                <a:lnTo>
                  <a:pt x="3530319" y="6627042"/>
                </a:lnTo>
                <a:lnTo>
                  <a:pt x="0" y="6627042"/>
                </a:lnTo>
                <a:close/>
                <a:moveTo>
                  <a:pt x="7939672" y="1611360"/>
                </a:moveTo>
                <a:lnTo>
                  <a:pt x="11975180" y="1611360"/>
                </a:lnTo>
                <a:lnTo>
                  <a:pt x="11975180" y="4039322"/>
                </a:lnTo>
                <a:lnTo>
                  <a:pt x="7939672" y="4039322"/>
                </a:lnTo>
                <a:close/>
                <a:moveTo>
                  <a:pt x="3583573" y="1611360"/>
                </a:moveTo>
                <a:lnTo>
                  <a:pt x="7886420" y="1611360"/>
                </a:lnTo>
                <a:lnTo>
                  <a:pt x="7886420" y="4039322"/>
                </a:lnTo>
                <a:lnTo>
                  <a:pt x="3583573" y="4039322"/>
                </a:lnTo>
                <a:close/>
                <a:moveTo>
                  <a:pt x="0" y="1611360"/>
                </a:moveTo>
                <a:lnTo>
                  <a:pt x="3530321" y="1611360"/>
                </a:lnTo>
                <a:lnTo>
                  <a:pt x="3530321" y="4039322"/>
                </a:lnTo>
                <a:lnTo>
                  <a:pt x="0" y="4039322"/>
                </a:lnTo>
                <a:close/>
                <a:moveTo>
                  <a:pt x="9750730" y="597489"/>
                </a:moveTo>
                <a:lnTo>
                  <a:pt x="11975180" y="597489"/>
                </a:lnTo>
                <a:lnTo>
                  <a:pt x="11975180" y="1558108"/>
                </a:lnTo>
                <a:lnTo>
                  <a:pt x="9750730" y="1558108"/>
                </a:lnTo>
                <a:close/>
                <a:moveTo>
                  <a:pt x="7257044" y="597489"/>
                </a:moveTo>
                <a:lnTo>
                  <a:pt x="9697478" y="597489"/>
                </a:lnTo>
                <a:lnTo>
                  <a:pt x="9697478" y="1558108"/>
                </a:lnTo>
                <a:lnTo>
                  <a:pt x="7257044" y="1558108"/>
                </a:lnTo>
                <a:close/>
                <a:moveTo>
                  <a:pt x="5420309" y="597489"/>
                </a:moveTo>
                <a:lnTo>
                  <a:pt x="7203792" y="597489"/>
                </a:lnTo>
                <a:lnTo>
                  <a:pt x="7203792" y="1558108"/>
                </a:lnTo>
                <a:lnTo>
                  <a:pt x="5420309" y="1558108"/>
                </a:lnTo>
                <a:close/>
                <a:moveTo>
                  <a:pt x="1746837" y="597489"/>
                </a:moveTo>
                <a:lnTo>
                  <a:pt x="3530321" y="597489"/>
                </a:lnTo>
                <a:lnTo>
                  <a:pt x="3530321" y="1558107"/>
                </a:lnTo>
                <a:lnTo>
                  <a:pt x="3583573" y="1558107"/>
                </a:lnTo>
                <a:lnTo>
                  <a:pt x="3583573" y="597489"/>
                </a:lnTo>
                <a:lnTo>
                  <a:pt x="5367057" y="597489"/>
                </a:lnTo>
                <a:lnTo>
                  <a:pt x="5367057" y="1558108"/>
                </a:lnTo>
                <a:lnTo>
                  <a:pt x="1746837" y="1558108"/>
                </a:lnTo>
                <a:close/>
                <a:moveTo>
                  <a:pt x="0" y="597489"/>
                </a:moveTo>
                <a:lnTo>
                  <a:pt x="1693585" y="597489"/>
                </a:lnTo>
                <a:lnTo>
                  <a:pt x="1693585" y="1558108"/>
                </a:lnTo>
                <a:lnTo>
                  <a:pt x="0" y="1558108"/>
                </a:lnTo>
                <a:close/>
                <a:moveTo>
                  <a:pt x="3585523" y="0"/>
                </a:moveTo>
                <a:lnTo>
                  <a:pt x="11975180" y="0"/>
                </a:lnTo>
                <a:lnTo>
                  <a:pt x="11975180" y="544237"/>
                </a:lnTo>
                <a:lnTo>
                  <a:pt x="3585523" y="544237"/>
                </a:lnTo>
                <a:close/>
                <a:moveTo>
                  <a:pt x="0" y="0"/>
                </a:moveTo>
                <a:lnTo>
                  <a:pt x="1693586" y="0"/>
                </a:lnTo>
                <a:lnTo>
                  <a:pt x="1693586" y="539999"/>
                </a:lnTo>
                <a:lnTo>
                  <a:pt x="1746838" y="539999"/>
                </a:lnTo>
                <a:lnTo>
                  <a:pt x="1746838" y="0"/>
                </a:lnTo>
                <a:lnTo>
                  <a:pt x="3532271" y="0"/>
                </a:lnTo>
                <a:lnTo>
                  <a:pt x="3532271" y="544237"/>
                </a:lnTo>
                <a:lnTo>
                  <a:pt x="0" y="544237"/>
                </a:lnTo>
                <a:close/>
              </a:path>
            </a:pathLst>
          </a:custGeom>
          <a:gradFill>
            <a:gsLst>
              <a:gs pos="50000">
                <a:schemeClr val="accent2">
                  <a:lumMod val="20000"/>
                  <a:lumOff val="80000"/>
                  <a:alpha val="93000"/>
                </a:schemeClr>
              </a:gs>
              <a:gs pos="0">
                <a:schemeClr val="accent6">
                  <a:lumMod val="20000"/>
                  <a:lumOff val="80000"/>
                  <a:alpha val="90000"/>
                </a:schemeClr>
              </a:gs>
              <a:gs pos="100000">
                <a:schemeClr val="accent1">
                  <a:lumMod val="20000"/>
                  <a:lumOff val="80000"/>
                  <a:alpha val="9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3357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C4E0C92-4C70-E180-23EC-0B6F0F4CFC15}"/>
              </a:ext>
            </a:extLst>
          </p:cNvPr>
          <p:cNvSpPr/>
          <p:nvPr/>
        </p:nvSpPr>
        <p:spPr>
          <a:xfrm>
            <a:off x="1225485" y="1998482"/>
            <a:ext cx="1602553" cy="452487"/>
          </a:xfrm>
          <a:custGeom>
            <a:avLst/>
            <a:gdLst>
              <a:gd name="connsiteX0" fmla="*/ 1002382 w 1602553"/>
              <a:gd name="connsiteY0" fmla="*/ 75415 h 452487"/>
              <a:gd name="connsiteX1" fmla="*/ 957875 w 1602553"/>
              <a:gd name="connsiteY1" fmla="*/ 187038 h 452487"/>
              <a:gd name="connsiteX2" fmla="*/ 813846 w 1602553"/>
              <a:gd name="connsiteY2" fmla="*/ 187037 h 452487"/>
              <a:gd name="connsiteX3" fmla="*/ 930369 w 1602553"/>
              <a:gd name="connsiteY3" fmla="*/ 256023 h 452487"/>
              <a:gd name="connsiteX4" fmla="*/ 885861 w 1602553"/>
              <a:gd name="connsiteY4" fmla="*/ 367645 h 452487"/>
              <a:gd name="connsiteX5" fmla="*/ 1002382 w 1602553"/>
              <a:gd name="connsiteY5" fmla="*/ 298658 h 452487"/>
              <a:gd name="connsiteX6" fmla="*/ 1118903 w 1602553"/>
              <a:gd name="connsiteY6" fmla="*/ 367645 h 452487"/>
              <a:gd name="connsiteX7" fmla="*/ 1074395 w 1602553"/>
              <a:gd name="connsiteY7" fmla="*/ 256023 h 452487"/>
              <a:gd name="connsiteX8" fmla="*/ 1190918 w 1602553"/>
              <a:gd name="connsiteY8" fmla="*/ 187037 h 452487"/>
              <a:gd name="connsiteX9" fmla="*/ 1046889 w 1602553"/>
              <a:gd name="connsiteY9" fmla="*/ 187038 h 452487"/>
              <a:gd name="connsiteX10" fmla="*/ 603316 w 1602553"/>
              <a:gd name="connsiteY10" fmla="*/ 75415 h 452487"/>
              <a:gd name="connsiteX11" fmla="*/ 558809 w 1602553"/>
              <a:gd name="connsiteY11" fmla="*/ 187038 h 452487"/>
              <a:gd name="connsiteX12" fmla="*/ 414780 w 1602553"/>
              <a:gd name="connsiteY12" fmla="*/ 187037 h 452487"/>
              <a:gd name="connsiteX13" fmla="*/ 531303 w 1602553"/>
              <a:gd name="connsiteY13" fmla="*/ 256023 h 452487"/>
              <a:gd name="connsiteX14" fmla="*/ 486795 w 1602553"/>
              <a:gd name="connsiteY14" fmla="*/ 367645 h 452487"/>
              <a:gd name="connsiteX15" fmla="*/ 603316 w 1602553"/>
              <a:gd name="connsiteY15" fmla="*/ 298658 h 452487"/>
              <a:gd name="connsiteX16" fmla="*/ 719837 w 1602553"/>
              <a:gd name="connsiteY16" fmla="*/ 367645 h 452487"/>
              <a:gd name="connsiteX17" fmla="*/ 675329 w 1602553"/>
              <a:gd name="connsiteY17" fmla="*/ 256023 h 452487"/>
              <a:gd name="connsiteX18" fmla="*/ 791852 w 1602553"/>
              <a:gd name="connsiteY18" fmla="*/ 187037 h 452487"/>
              <a:gd name="connsiteX19" fmla="*/ 647823 w 1602553"/>
              <a:gd name="connsiteY19" fmla="*/ 187038 h 452487"/>
              <a:gd name="connsiteX20" fmla="*/ 0 w 1602553"/>
              <a:gd name="connsiteY20" fmla="*/ 0 h 452487"/>
              <a:gd name="connsiteX21" fmla="*/ 1602553 w 1602553"/>
              <a:gd name="connsiteY21" fmla="*/ 0 h 452487"/>
              <a:gd name="connsiteX22" fmla="*/ 1602553 w 1602553"/>
              <a:gd name="connsiteY22" fmla="*/ 187037 h 452487"/>
              <a:gd name="connsiteX23" fmla="*/ 1458524 w 1602553"/>
              <a:gd name="connsiteY23" fmla="*/ 187038 h 452487"/>
              <a:gd name="connsiteX24" fmla="*/ 1414017 w 1602553"/>
              <a:gd name="connsiteY24" fmla="*/ 75415 h 452487"/>
              <a:gd name="connsiteX25" fmla="*/ 1369510 w 1602553"/>
              <a:gd name="connsiteY25" fmla="*/ 187038 h 452487"/>
              <a:gd name="connsiteX26" fmla="*/ 1225481 w 1602553"/>
              <a:gd name="connsiteY26" fmla="*/ 187037 h 452487"/>
              <a:gd name="connsiteX27" fmla="*/ 1342004 w 1602553"/>
              <a:gd name="connsiteY27" fmla="*/ 256023 h 452487"/>
              <a:gd name="connsiteX28" fmla="*/ 1297496 w 1602553"/>
              <a:gd name="connsiteY28" fmla="*/ 367645 h 452487"/>
              <a:gd name="connsiteX29" fmla="*/ 1414017 w 1602553"/>
              <a:gd name="connsiteY29" fmla="*/ 298658 h 452487"/>
              <a:gd name="connsiteX30" fmla="*/ 1530538 w 1602553"/>
              <a:gd name="connsiteY30" fmla="*/ 367645 h 452487"/>
              <a:gd name="connsiteX31" fmla="*/ 1486030 w 1602553"/>
              <a:gd name="connsiteY31" fmla="*/ 256023 h 452487"/>
              <a:gd name="connsiteX32" fmla="*/ 1602553 w 1602553"/>
              <a:gd name="connsiteY32" fmla="*/ 187037 h 452487"/>
              <a:gd name="connsiteX33" fmla="*/ 1602553 w 1602553"/>
              <a:gd name="connsiteY33" fmla="*/ 452487 h 452487"/>
              <a:gd name="connsiteX34" fmla="*/ 0 w 1602553"/>
              <a:gd name="connsiteY34" fmla="*/ 452487 h 452487"/>
              <a:gd name="connsiteX35" fmla="*/ 0 w 1602553"/>
              <a:gd name="connsiteY35" fmla="*/ 187037 h 452487"/>
              <a:gd name="connsiteX36" fmla="*/ 116523 w 1602553"/>
              <a:gd name="connsiteY36" fmla="*/ 256023 h 452487"/>
              <a:gd name="connsiteX37" fmla="*/ 72015 w 1602553"/>
              <a:gd name="connsiteY37" fmla="*/ 367645 h 452487"/>
              <a:gd name="connsiteX38" fmla="*/ 188536 w 1602553"/>
              <a:gd name="connsiteY38" fmla="*/ 298658 h 452487"/>
              <a:gd name="connsiteX39" fmla="*/ 305057 w 1602553"/>
              <a:gd name="connsiteY39" fmla="*/ 367645 h 452487"/>
              <a:gd name="connsiteX40" fmla="*/ 260549 w 1602553"/>
              <a:gd name="connsiteY40" fmla="*/ 256023 h 452487"/>
              <a:gd name="connsiteX41" fmla="*/ 377072 w 1602553"/>
              <a:gd name="connsiteY41" fmla="*/ 187037 h 452487"/>
              <a:gd name="connsiteX42" fmla="*/ 233043 w 1602553"/>
              <a:gd name="connsiteY42" fmla="*/ 187038 h 452487"/>
              <a:gd name="connsiteX43" fmla="*/ 188536 w 1602553"/>
              <a:gd name="connsiteY43" fmla="*/ 75415 h 452487"/>
              <a:gd name="connsiteX44" fmla="*/ 144029 w 1602553"/>
              <a:gd name="connsiteY44" fmla="*/ 187038 h 452487"/>
              <a:gd name="connsiteX45" fmla="*/ 0 w 1602553"/>
              <a:gd name="connsiteY45" fmla="*/ 187037 h 452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602553" h="452487">
                <a:moveTo>
                  <a:pt x="1002382" y="75415"/>
                </a:moveTo>
                <a:lnTo>
                  <a:pt x="957875" y="187038"/>
                </a:lnTo>
                <a:lnTo>
                  <a:pt x="813846" y="187037"/>
                </a:lnTo>
                <a:lnTo>
                  <a:pt x="930369" y="256023"/>
                </a:lnTo>
                <a:lnTo>
                  <a:pt x="885861" y="367645"/>
                </a:lnTo>
                <a:lnTo>
                  <a:pt x="1002382" y="298658"/>
                </a:lnTo>
                <a:lnTo>
                  <a:pt x="1118903" y="367645"/>
                </a:lnTo>
                <a:lnTo>
                  <a:pt x="1074395" y="256023"/>
                </a:lnTo>
                <a:lnTo>
                  <a:pt x="1190918" y="187037"/>
                </a:lnTo>
                <a:lnTo>
                  <a:pt x="1046889" y="187038"/>
                </a:lnTo>
                <a:close/>
                <a:moveTo>
                  <a:pt x="603316" y="75415"/>
                </a:moveTo>
                <a:lnTo>
                  <a:pt x="558809" y="187038"/>
                </a:lnTo>
                <a:lnTo>
                  <a:pt x="414780" y="187037"/>
                </a:lnTo>
                <a:lnTo>
                  <a:pt x="531303" y="256023"/>
                </a:lnTo>
                <a:lnTo>
                  <a:pt x="486795" y="367645"/>
                </a:lnTo>
                <a:lnTo>
                  <a:pt x="603316" y="298658"/>
                </a:lnTo>
                <a:lnTo>
                  <a:pt x="719837" y="367645"/>
                </a:lnTo>
                <a:lnTo>
                  <a:pt x="675329" y="256023"/>
                </a:lnTo>
                <a:lnTo>
                  <a:pt x="791852" y="187037"/>
                </a:lnTo>
                <a:lnTo>
                  <a:pt x="647823" y="187038"/>
                </a:lnTo>
                <a:close/>
                <a:moveTo>
                  <a:pt x="0" y="0"/>
                </a:moveTo>
                <a:lnTo>
                  <a:pt x="1602553" y="0"/>
                </a:lnTo>
                <a:lnTo>
                  <a:pt x="1602553" y="187037"/>
                </a:lnTo>
                <a:lnTo>
                  <a:pt x="1458524" y="187038"/>
                </a:lnTo>
                <a:lnTo>
                  <a:pt x="1414017" y="75415"/>
                </a:lnTo>
                <a:lnTo>
                  <a:pt x="1369510" y="187038"/>
                </a:lnTo>
                <a:lnTo>
                  <a:pt x="1225481" y="187037"/>
                </a:lnTo>
                <a:lnTo>
                  <a:pt x="1342004" y="256023"/>
                </a:lnTo>
                <a:lnTo>
                  <a:pt x="1297496" y="367645"/>
                </a:lnTo>
                <a:lnTo>
                  <a:pt x="1414017" y="298658"/>
                </a:lnTo>
                <a:lnTo>
                  <a:pt x="1530538" y="367645"/>
                </a:lnTo>
                <a:lnTo>
                  <a:pt x="1486030" y="256023"/>
                </a:lnTo>
                <a:lnTo>
                  <a:pt x="1602553" y="187037"/>
                </a:lnTo>
                <a:lnTo>
                  <a:pt x="1602553" y="452487"/>
                </a:lnTo>
                <a:lnTo>
                  <a:pt x="0" y="452487"/>
                </a:lnTo>
                <a:lnTo>
                  <a:pt x="0" y="187037"/>
                </a:lnTo>
                <a:lnTo>
                  <a:pt x="116523" y="256023"/>
                </a:lnTo>
                <a:lnTo>
                  <a:pt x="72015" y="367645"/>
                </a:lnTo>
                <a:lnTo>
                  <a:pt x="188536" y="298658"/>
                </a:lnTo>
                <a:lnTo>
                  <a:pt x="305057" y="367645"/>
                </a:lnTo>
                <a:lnTo>
                  <a:pt x="260549" y="256023"/>
                </a:lnTo>
                <a:lnTo>
                  <a:pt x="377072" y="187037"/>
                </a:lnTo>
                <a:lnTo>
                  <a:pt x="233043" y="187038"/>
                </a:lnTo>
                <a:lnTo>
                  <a:pt x="188536" y="75415"/>
                </a:lnTo>
                <a:lnTo>
                  <a:pt x="144029" y="187038"/>
                </a:lnTo>
                <a:lnTo>
                  <a:pt x="0" y="187037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9947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deepak shukla</dc:creator>
  <cp:lastModifiedBy>deepak shukla</cp:lastModifiedBy>
  <cp:revision>2</cp:revision>
  <dcterms:created xsi:type="dcterms:W3CDTF">2026-05-27T08:43:44Z</dcterms:created>
  <dcterms:modified xsi:type="dcterms:W3CDTF">2026-05-28T14:39:52Z</dcterms:modified>
</cp:coreProperties>
</file>